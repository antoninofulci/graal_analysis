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1_roc_uv.png"/><Relationship Id="rId3" Type="http://schemas.openxmlformats.org/officeDocument/2006/relationships/image" Target="../media/graal_slide11_roc_vis.png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ajaka_uv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sigma_vis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7_polarization.png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02/19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03/19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codice semplificato da PreAnalysis.C e select_events.py; attribuzione: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Le routine Fortran hanno prodotto i dati storici. Antonio Riggio 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1" i="0">
                <a:solidFill>
                  <a:srgbClr val="0B5FA5"/>
                </a:solidFill>
                <a:latin typeface="Aptos"/>
              </a:rPr>
              <a:t>Con C++/ROOT produciamo h80; Python/PyROOT filtra gli eventi in h85. La ricostruzione e gli osservabili usano entrambi gli ambienti.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500" b="0" i="0">
                <a:solidFill>
                  <a:srgbClr val="112642"/>
                </a:solidFill>
                <a:latin typeface="Aptos"/>
              </a:rPr>
              <a:t>I poligoni PID del run classificano le tracce centrali. PreAnalysis.C scrive h80 con particelle e metadati.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50" b="0" i="0">
                <a:solidFill>
                  <a:srgbClr val="112642"/>
                </a:solidFill>
                <a:latin typeface="Aptos"/>
              </a:rPr>
              <a:t>La preselezione richiede almeno 2 fotoni e una traccia carica in avanti. h85 conserva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00" b="0" i="0">
                <a:solidFill>
                  <a:srgbClr val="52657B"/>
                </a:solidFill>
                <a:latin typeface="Aptos"/>
              </a:rPr>
              <a:t>RunNumber, Polarization e Xstrip restano disponibili per ricostruzione e calibrazione.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04/19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365760"/>
            <a:ext cx="8046720" cy="5120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FFFFFF"/>
                </a:solidFill>
                <a:latin typeface="Aptos"/>
              </a:rPr>
              <a:t>Un framework di 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078992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01  Dai dati grezzi alla preselezione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225296" y="1453896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I file h70, h80 e h85 mantengono i metadati di run e polarizzazione.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74520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02  Simulazione e selezione BDT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225296" y="2249424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Simuliamo nove canali e alleniamo modelli distinti per UV e VIS.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70048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03  Ricostruzione e flussi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25296" y="3044952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Usiamo lo stesso pairing e calibriamo i flussi POL1, POL2 e BREM.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465576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04  Asimmetrie e verifiche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225296" y="3840480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Estraiamo Σ nei tre sottosistemi e confrontiamo i risultati con Ajaka.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389120"/>
            <a:ext cx="777240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0" b="0" i="0">
                <a:solidFill>
                  <a:srgbClr val="DDEFFA"/>
                </a:solidFill>
                <a:latin typeface="Aptos"/>
              </a:rPr>
              <a:t>La stessa catena di analisi potrà essere applicata ad altri canali.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05/19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1" i="0">
                <a:solidFill>
                  <a:srgbClr val="0B5FA5"/>
                </a:solidFill>
                <a:latin typeface="Aptos"/>
              </a:rPr>
              <a:t>3 partizioni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63624"/>
            <a:ext cx="3703320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Con quattro fotoni possiamo formare tre coppie disgiunte e sei possibili assegnazioni a η e π⁰.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0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1" i="0">
                <a:solidFill>
                  <a:srgbClr val="0B5FA5"/>
                </a:solidFill>
                <a:latin typeface="Aptos"/>
              </a:rPr>
              <a:t>χ² minimo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572000" y="1563624"/>
            <a:ext cx="3675888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Scegliamo l'assegnazione più vicina alle masse nominali e richiediamo χ² &lt; 10.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816352"/>
            <a:ext cx="749808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Due campioni confrontabili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291840"/>
            <a:ext cx="7717536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Nel campione standard usiamo il pairing χ². Nel campione BDT filtriamo prima sullo score, poi applichiamo lo stesso pairing e gli stessi criteri.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142232"/>
            <a:ext cx="7717536" cy="4023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52657B"/>
                </a:solidFill>
                <a:latin typeface="Aptos"/>
              </a:rPr>
              <a:t>Il modello e la ricostruzione usano le stesse ipotesi sulle masse e lo stesso codice di pairing.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06/19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 senza G3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wiki/03-monte-carlo-simulation.md; 03_mc_simulation/generators/smearing.h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97280"/>
            <a:ext cx="365760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Generazione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81328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Generiamo eventi non pesati con ROOT TGenPhaseSpace. La soglia deriva dalle masse dei prodotti finali.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295144"/>
            <a:ext cx="374904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Finestra energetica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88336"/>
            <a:ext cx="772668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Il campione esteso arriva a 1,75 GeV. Per VIS produciamo un campione dedicato tra la soglia fisica, o 0,9313 GeV se più alta, e 1,10 GeV.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511296"/>
            <a:ext cx="429768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Risposta strumentale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895344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Applichiamo lo smearing a fotoni, protone e tagger (FWHM 16 MeV), con un'accettanza semplificata. La simulazione non usa il vecchio G3.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07/19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Nove canali simulati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wiki/physics-channels.md; wiki/03-monte-carlo-simulation.md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60704"/>
            <a:ext cx="228600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Segnale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17320"/>
            <a:ext cx="237744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580" b="1" i="0">
                <a:solidFill>
                  <a:srgbClr val="112642"/>
                </a:solidFill>
                <a:latin typeface="Aptos"/>
              </a:rPr>
              <a:t>ηπ⁰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2999232" y="1060704"/>
            <a:ext cx="512064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Canali di fondo storici e nuovi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999232" y="1444752"/>
            <a:ext cx="5303520" cy="1490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π⁰π⁰    3π⁰    4π⁰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 → 3π⁰    ηπ⁰ con η → 3π⁰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η2π⁰    ωπ⁰    η′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72384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6/9 canali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5021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ηπ⁰, π⁰π⁰, 3π⁰, 4π⁰, η → 3π⁰, ηπ⁰ con η → 3π⁰.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4078224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Le soglie di η2π⁰, ωπ⁰ ed η′ superano 1,10 GeV. Questi canali restano nel catalogo UV, ma non nel campione VIS.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08/19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Come funziona il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14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Alleniamo XGBoost sul MC per distinguere il segnale dai canali di fondo.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Il modello usa 26 variabili, tra cui masse γγ, massa mancante, energia e angoli. Le calcoliamo allo stesso modo anche sui dati.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Nel training bilanciamo le classi e rimescoliamo l'ordine dei fotoni, così il modello non impara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0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Pesiamo il MC con il flusso del tagger, la sezione d'urto e l'accettanza.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Applichiamo a segnale e fondi la perdita di fotoni e il loro rimescolamento.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Due modelli per UV e VIS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Per ogni regione salviamo insieme il modello, la soglia e la provenienza.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Selezione dei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Dopo il filtro BDT, ricostruiamo gli eventi con la stessa ipotesi e lo stesso pairing χ².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Risultati del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Queste metriche vengono dal MC di prova: l'AUC non indica la purezza del campione reale.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2026-10-06T12:21:35Z</dcterms:created>
  <dcterms:modified xsi:type="dcterms:W3CDTF">2026-10-06T12:21:35Z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